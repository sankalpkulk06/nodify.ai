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87b99eca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d87b99eca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d87b99eca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0" y="1463040"/>
            <a:ext cx="2926080" cy="780288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640080" y="283464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Turn plain English workflows into production-ready agentic applications.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640080" y="44805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a16z Speedrun SR007  | 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640080" y="1005840"/>
            <a:ext cx="7863840" cy="18288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640080" y="1188720"/>
            <a:ext cx="54864" cy="73152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868680" y="11887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Days of scaffolding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868680" y="1481328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Even experienced developers spend days writing boilerplate, wiring state, and configuring tool permissions for even simple agent workflows.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640080" y="2286000"/>
            <a:ext cx="54864" cy="73152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868680" y="22860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Framework complexity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868680" y="2578608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LangGraph, AutoGen, CrewAI each has a steep learning curve. Knowing which framework to use and how to structure it requires deep expertise.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640080" y="3383280"/>
            <a:ext cx="54864" cy="73152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868680" y="33832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90% of people who need agents cannot build them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868680" y="3675888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Non-technical founders, operators, and business teams have no way to build agentic workflows without hiring engineers. The tools that exist today are built for developers, not for everyone else.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/>
          <p:nvPr/>
        </p:nvSpPr>
        <p:spPr>
          <a:xfrm>
            <a:off x="640080" y="36576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Solution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640080" y="86868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Nodify AI is built for non-technical users. Describe your workflow in plain English, and get a production-ready agentic application in minutes. No code. No frameworks. No engineers needed.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640080" y="1600200"/>
            <a:ext cx="1828800" cy="237744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777240" y="210312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Describe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777240" y="2514600"/>
            <a:ext cx="1554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Tell Nodify your goal in plain English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2651760" y="1600200"/>
            <a:ext cx="1828800" cy="237744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2788920" y="17373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2788920" y="210312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Iterate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2788920" y="2514600"/>
            <a:ext cx="1554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Nodify proposes a node graph and asks clarifying questions at each node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4663440" y="1600200"/>
            <a:ext cx="1828800" cy="237744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4800600" y="17373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4800600" y="210312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Confirm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4800600" y="2514600"/>
            <a:ext cx="1554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Nodify infers required tools, APIs and permissions. You approve.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6675120" y="1600200"/>
            <a:ext cx="1828800" cy="237744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6812280" y="17373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6812280" y="210312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6812280" y="2514600"/>
            <a:ext cx="1554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Complete production-ready agentic application in minutes, ready to deploy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/>
          <p:nvPr/>
        </p:nvSpPr>
        <p:spPr>
          <a:xfrm>
            <a:off x="457200" y="274650"/>
            <a:ext cx="822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Why Now</a:t>
            </a:r>
            <a:endParaRPr/>
          </a:p>
        </p:txBody>
      </p:sp>
      <p:sp>
        <p:nvSpPr>
          <p:cNvPr id="64" name="Google Shape;64;p6"/>
          <p:cNvSpPr/>
          <p:nvPr/>
        </p:nvSpPr>
        <p:spPr>
          <a:xfrm>
            <a:off x="457200" y="80010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Three forces converging in 2026 that make this the right moment to build</a:t>
            </a:r>
            <a:endParaRPr/>
          </a:p>
        </p:txBody>
      </p:sp>
      <p:sp>
        <p:nvSpPr>
          <p:cNvPr id="65" name="Google Shape;65;p6"/>
          <p:cNvSpPr/>
          <p:nvPr/>
        </p:nvSpPr>
        <p:spPr>
          <a:xfrm>
            <a:off x="457200" y="1142752"/>
            <a:ext cx="8229600" cy="183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457200" y="1234440"/>
            <a:ext cx="2682240" cy="18288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548640" y="1325880"/>
            <a:ext cx="2590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$52B</a:t>
            </a:r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548640" y="2057400"/>
            <a:ext cx="259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AI agent market by 2030</a:t>
            </a:r>
            <a:endParaRPr/>
          </a:p>
        </p:txBody>
      </p:sp>
      <p:sp>
        <p:nvSpPr>
          <p:cNvPr id="69" name="Google Shape;69;p6"/>
          <p:cNvSpPr/>
          <p:nvPr/>
        </p:nvSpPr>
        <p:spPr>
          <a:xfrm>
            <a:off x="548640" y="2331720"/>
            <a:ext cx="2590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Growing at 46.3% CAGR from $7.84B in 2025. Enterprise AI budgets now have explicit line items for agentic automation. MarketsandMarkets, 2025</a:t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3230880" y="1234440"/>
            <a:ext cx="2682240" cy="18288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3322320" y="1325880"/>
            <a:ext cx="2590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8x</a:t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3322320" y="2057400"/>
            <a:ext cx="259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More apps embedding agents in 2026</a:t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3322320" y="2331720"/>
            <a:ext cx="2590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Under 5% of enterprise apps embedded agents in 2025. Gartner forecasts 40% by end of 2026. The architectural shift is happening now. Gartner, 2025</a:t>
            </a: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6004560" y="1234440"/>
            <a:ext cx="2682240" cy="18288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6096000" y="1325880"/>
            <a:ext cx="2590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25%</a:t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6096000" y="2057400"/>
            <a:ext cx="259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GenAI users have shipped an agent</a:t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6096000" y="2331720"/>
            <a:ext cx="2590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Only 25% of enterprises using GenAI have shipped an agent to production, growing to 50% by 2027. The gap is intent vs. tooling. Gartner, 2025</a:t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 flipH="1" rot="10800000">
            <a:off x="457200" y="3177542"/>
            <a:ext cx="8229600" cy="183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457200" y="32918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LLMs now have reliable tool-use and multi-step reasoning. Agentic frameworks have matured enough that the patterns are known. Enterprise demand has crossed from pilot to production budget. </a:t>
            </a:r>
            <a:r>
              <a:rPr b="1" i="0" lang="en-US" sz="13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The missing layer is a GUI that lets anyone build, not just engineers. That layer is Nodify.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"/>
          <p:cNvSpPr/>
          <p:nvPr/>
        </p:nvSpPr>
        <p:spPr>
          <a:xfrm>
            <a:off x="457200" y="274650"/>
            <a:ext cx="84579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Nodify AI</a:t>
            </a:r>
            <a:endParaRPr/>
          </a:p>
        </p:txBody>
      </p:sp>
      <p:sp>
        <p:nvSpPr>
          <p:cNvPr id="86" name="Google Shape;86;p7"/>
          <p:cNvSpPr/>
          <p:nvPr/>
        </p:nvSpPr>
        <p:spPr>
          <a:xfrm>
            <a:off x="457200" y="800100"/>
            <a:ext cx="8457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The only tool that combines natural language, visual structure, and production output</a:t>
            </a:r>
            <a:endParaRPr/>
          </a:p>
        </p:txBody>
      </p:sp>
      <p:sp>
        <p:nvSpPr>
          <p:cNvPr id="87" name="Google Shape;87;p7"/>
          <p:cNvSpPr/>
          <p:nvPr/>
        </p:nvSpPr>
        <p:spPr>
          <a:xfrm>
            <a:off x="457200" y="1188725"/>
            <a:ext cx="8646000" cy="3885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"/>
          <p:cNvSpPr/>
          <p:nvPr/>
        </p:nvSpPr>
        <p:spPr>
          <a:xfrm>
            <a:off x="503220" y="1234440"/>
            <a:ext cx="2743200" cy="29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CAPABILITY</a:t>
            </a:r>
            <a:endParaRPr/>
          </a:p>
        </p:txBody>
      </p:sp>
      <p:sp>
        <p:nvSpPr>
          <p:cNvPr id="89" name="Google Shape;89;p7"/>
          <p:cNvSpPr/>
          <p:nvPr/>
        </p:nvSpPr>
        <p:spPr>
          <a:xfrm>
            <a:off x="3246420" y="1234440"/>
            <a:ext cx="1828800" cy="29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LangFlow</a:t>
            </a:r>
            <a:endParaRPr/>
          </a:p>
        </p:txBody>
      </p:sp>
      <p:sp>
        <p:nvSpPr>
          <p:cNvPr id="90" name="Google Shape;90;p7"/>
          <p:cNvSpPr/>
          <p:nvPr/>
        </p:nvSpPr>
        <p:spPr>
          <a:xfrm>
            <a:off x="5075220" y="1234440"/>
            <a:ext cx="1828800" cy="29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Cursor / Claude</a:t>
            </a:r>
            <a:endParaRPr/>
          </a:p>
        </p:txBody>
      </p:sp>
      <p:sp>
        <p:nvSpPr>
          <p:cNvPr id="91" name="Google Shape;91;p7"/>
          <p:cNvSpPr/>
          <p:nvPr/>
        </p:nvSpPr>
        <p:spPr>
          <a:xfrm>
            <a:off x="7086420" y="1211580"/>
            <a:ext cx="1828800" cy="342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/>
          <p:cNvSpPr/>
          <p:nvPr/>
        </p:nvSpPr>
        <p:spPr>
          <a:xfrm>
            <a:off x="7086420" y="1234440"/>
            <a:ext cx="1828800" cy="29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Nodify AI</a:t>
            </a: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457200" y="1577350"/>
            <a:ext cx="8457900" cy="3657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/>
          <p:cNvSpPr/>
          <p:nvPr/>
        </p:nvSpPr>
        <p:spPr>
          <a:xfrm>
            <a:off x="457200" y="1943100"/>
            <a:ext cx="8457900" cy="365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/>
          <p:cNvSpPr/>
          <p:nvPr/>
        </p:nvSpPr>
        <p:spPr>
          <a:xfrm>
            <a:off x="457200" y="2308850"/>
            <a:ext cx="8457900" cy="3657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457200" y="2674625"/>
            <a:ext cx="8457900" cy="365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457200" y="3040375"/>
            <a:ext cx="8457900" cy="3657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457200" y="3406150"/>
            <a:ext cx="8457900" cy="365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/>
          <p:cNvSpPr/>
          <p:nvPr/>
        </p:nvSpPr>
        <p:spPr>
          <a:xfrm>
            <a:off x="7086420" y="1577340"/>
            <a:ext cx="1828800" cy="2194560"/>
          </a:xfrm>
          <a:prstGeom prst="rect">
            <a:avLst/>
          </a:prstGeom>
          <a:solidFill>
            <a:srgbClr val="2A2A2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503220" y="15773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Natural language input</a:t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503220" y="19431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Visual node graph</a:t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503220" y="23088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Conversational iteration per node</a:t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503220" y="26746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Auto-infers tools and APIs</a:t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503220" y="30403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Framework-agnostic output</a:t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503220" y="34061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Built for non-technical users</a:t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3246420" y="15773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3246420" y="19431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3246420" y="23088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3246420" y="26746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3246420" y="304038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3246420" y="34061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5075220" y="15773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5075220" y="19431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5075220" y="23088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5075220" y="26746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5075220" y="304038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5075220" y="34061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7086420" y="15773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7086420" y="19431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7086420" y="23088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7086420" y="26746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7086420" y="304038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7086420" y="34061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457200" y="3840475"/>
            <a:ext cx="8457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Nodify AI is the only tool that combines all five capabilities in a single, no-code workflow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/>
          <p:nvPr/>
        </p:nvSpPr>
        <p:spPr>
          <a:xfrm>
            <a:off x="525746" y="286997"/>
            <a:ext cx="1828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525746" y="533885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We've built the systems</a:t>
            </a:r>
            <a:endParaRPr b="0" i="0" sz="3400" u="none" cap="none" strike="noStrike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525746" y="1018517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6FE8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Nodify is simplifying.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525746" y="1731749"/>
            <a:ext cx="8138100" cy="1110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1332528" y="2025245"/>
            <a:ext cx="3383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Rohan Bennur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1332528" y="2345285"/>
            <a:ext cx="3383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Co-Founder, Infrastructure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1332528" y="2775053"/>
            <a:ext cx="32919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Built production-grade infrastructure at Amagi (NBCU, DAZN scale)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Deep experience in distributed systems and reliability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5190852" y="2070780"/>
            <a:ext cx="512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5821788" y="2025245"/>
            <a:ext cx="3383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Sankalp Kulkarni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5821788" y="2345285"/>
            <a:ext cx="3383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Co-Founder, AI Systems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5821788" y="2775053"/>
            <a:ext cx="32919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Built autonomous systems, from Physical AI to LLM-based agents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Experience turning high-level intent into real-world execution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525746" y="4164053"/>
            <a:ext cx="8138100" cy="1110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525746" y="4328645"/>
            <a:ext cx="8138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We built agent systems the hard way — so we're making it simple.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8"/>
          <p:cNvPicPr preferRelativeResize="0"/>
          <p:nvPr/>
        </p:nvPicPr>
        <p:blipFill rotWithShape="1">
          <a:blip r:embed="rId3">
            <a:alphaModFix/>
          </a:blip>
          <a:srcRect b="0" l="0" r="3809" t="0"/>
          <a:stretch/>
        </p:blipFill>
        <p:spPr>
          <a:xfrm>
            <a:off x="4631140" y="1900965"/>
            <a:ext cx="1146900" cy="11631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4" name="Google Shape;144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827" y="1889565"/>
            <a:ext cx="1146900" cy="11859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